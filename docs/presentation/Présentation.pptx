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Semi-Bold" charset="1" panose="00000700000000000000"/>
      <p:regular r:id="rId14"/>
    </p:embeddedFon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VAGorPA8zBc.mp4" Type="http://schemas.openxmlformats.org/officeDocument/2006/relationships/video"/><Relationship Id="rId4" Target="../media/VAGorPA8zBc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892156" y="-1195291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71132" y="6449964"/>
            <a:ext cx="6983181" cy="669188"/>
            <a:chOff x="0" y="0"/>
            <a:chExt cx="1839192" cy="1762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9192" cy="176247"/>
            </a:xfrm>
            <a:custGeom>
              <a:avLst/>
              <a:gdLst/>
              <a:ahLst/>
              <a:cxnLst/>
              <a:rect r="r" b="b" t="t" l="l"/>
              <a:pathLst>
                <a:path h="176247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801358" y="1352550"/>
            <a:ext cx="13066873" cy="441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APPLICATION PROCES VERBAUX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35017" y="6620152"/>
            <a:ext cx="6617965" cy="34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5"/>
              </a:lnSpc>
            </a:pPr>
            <a:r>
              <a:rPr lang="en-US" sz="2445" spc="-4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ACHOK SAMEDI ET TAHIANA RAKOTONINDRINA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448823" cy="10287000"/>
            <a:chOff x="0" y="0"/>
            <a:chExt cx="248857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857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88579">
                  <a:moveTo>
                    <a:pt x="0" y="0"/>
                  </a:moveTo>
                  <a:lnTo>
                    <a:pt x="2488579" y="0"/>
                  </a:lnTo>
                  <a:lnTo>
                    <a:pt x="248857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8857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371156" y="3591628"/>
            <a:ext cx="3086597" cy="3911829"/>
          </a:xfrm>
          <a:custGeom>
            <a:avLst/>
            <a:gdLst/>
            <a:ahLst/>
            <a:cxnLst/>
            <a:rect r="r" b="b" t="t" l="l"/>
            <a:pathLst>
              <a:path h="3911829" w="3086597">
                <a:moveTo>
                  <a:pt x="0" y="0"/>
                </a:moveTo>
                <a:lnTo>
                  <a:pt x="3086597" y="0"/>
                </a:lnTo>
                <a:lnTo>
                  <a:pt x="3086597" y="3911829"/>
                </a:lnTo>
                <a:lnTo>
                  <a:pt x="0" y="391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71508" y="3591628"/>
            <a:ext cx="4902185" cy="3921748"/>
          </a:xfrm>
          <a:custGeom>
            <a:avLst/>
            <a:gdLst/>
            <a:ahLst/>
            <a:cxnLst/>
            <a:rect r="r" b="b" t="t" l="l"/>
            <a:pathLst>
              <a:path h="3921748" w="4902185">
                <a:moveTo>
                  <a:pt x="0" y="0"/>
                </a:moveTo>
                <a:lnTo>
                  <a:pt x="4902185" y="0"/>
                </a:lnTo>
                <a:lnTo>
                  <a:pt x="4902185" y="3921748"/>
                </a:lnTo>
                <a:lnTo>
                  <a:pt x="0" y="3921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8657" y="1395531"/>
            <a:ext cx="5771509" cy="69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5"/>
              </a:lnSpc>
            </a:pPr>
            <a:r>
              <a:rPr lang="en-US" b="true" sz="5005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Base de données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71508" y="1395531"/>
            <a:ext cx="4902185" cy="69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5"/>
              </a:lnSpc>
            </a:pPr>
            <a:r>
              <a:rPr lang="en-US" b="true" sz="5005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Web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164452"/>
            <a:ext cx="5771509" cy="69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5"/>
              </a:lnSpc>
            </a:pPr>
            <a:r>
              <a:rPr lang="en-US" sz="5005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SQL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36846" y="8164452"/>
            <a:ext cx="5771509" cy="69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5"/>
              </a:lnSpc>
            </a:pPr>
            <a:r>
              <a:rPr lang="en-US" sz="5005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PHP + Symfony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9412" y="2293865"/>
            <a:ext cx="8616128" cy="6964435"/>
          </a:xfrm>
          <a:custGeom>
            <a:avLst/>
            <a:gdLst/>
            <a:ahLst/>
            <a:cxnLst/>
            <a:rect r="r" b="b" t="t" l="l"/>
            <a:pathLst>
              <a:path h="6964435" w="8616128">
                <a:moveTo>
                  <a:pt x="0" y="0"/>
                </a:moveTo>
                <a:lnTo>
                  <a:pt x="8616128" y="0"/>
                </a:lnTo>
                <a:lnTo>
                  <a:pt x="8616128" y="6964435"/>
                </a:lnTo>
                <a:lnTo>
                  <a:pt x="0" y="6964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2" t="0" r="-106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85850"/>
            <a:ext cx="8717551" cy="69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5"/>
              </a:lnSpc>
            </a:pPr>
            <a:r>
              <a:rPr lang="en-US" b="true" sz="5005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Ancien schéma de la base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84566" y="1784509"/>
            <a:ext cx="10318869" cy="7209573"/>
          </a:xfrm>
          <a:custGeom>
            <a:avLst/>
            <a:gdLst/>
            <a:ahLst/>
            <a:cxnLst/>
            <a:rect r="r" b="b" t="t" l="l"/>
            <a:pathLst>
              <a:path h="7209573" w="10318869">
                <a:moveTo>
                  <a:pt x="0" y="0"/>
                </a:moveTo>
                <a:lnTo>
                  <a:pt x="10318868" y="0"/>
                </a:lnTo>
                <a:lnTo>
                  <a:pt x="10318868" y="7209573"/>
                </a:lnTo>
                <a:lnTo>
                  <a:pt x="0" y="7209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55" r="0" b="-38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85850"/>
            <a:ext cx="9345396" cy="69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5"/>
              </a:lnSpc>
            </a:pPr>
            <a:r>
              <a:rPr lang="en-US" b="true" sz="5005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Nouveau schéma de la base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84363" y="3862691"/>
            <a:ext cx="3817035" cy="3358991"/>
          </a:xfrm>
          <a:custGeom>
            <a:avLst/>
            <a:gdLst/>
            <a:ahLst/>
            <a:cxnLst/>
            <a:rect r="r" b="b" t="t" l="l"/>
            <a:pathLst>
              <a:path h="3358991" w="3817035">
                <a:moveTo>
                  <a:pt x="0" y="0"/>
                </a:moveTo>
                <a:lnTo>
                  <a:pt x="3817035" y="0"/>
                </a:lnTo>
                <a:lnTo>
                  <a:pt x="3817035" y="3358991"/>
                </a:lnTo>
                <a:lnTo>
                  <a:pt x="0" y="3358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85850"/>
            <a:ext cx="9345396" cy="69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5"/>
              </a:lnSpc>
            </a:pPr>
            <a:r>
              <a:rPr lang="en-US" b="true" sz="5005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Fonctionnalités demandées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80595" y="3385964"/>
            <a:ext cx="9345396" cy="43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833" indent="-378416" lvl="1">
              <a:lnSpc>
                <a:spcPts val="3400"/>
              </a:lnSpc>
              <a:buFont typeface="Arial"/>
              <a:buChar char="•"/>
            </a:pPr>
            <a:r>
              <a:rPr lang="en-US" sz="3505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lister les assemblées générales</a:t>
            </a:r>
          </a:p>
          <a:p>
            <a:pPr algn="l" marL="756833" indent="-378416" lvl="1">
              <a:lnSpc>
                <a:spcPts val="3400"/>
              </a:lnSpc>
              <a:buFont typeface="Arial"/>
              <a:buChar char="•"/>
            </a:pPr>
            <a:r>
              <a:rPr lang="en-US" sz="3505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débuter une assemblée générale</a:t>
            </a:r>
          </a:p>
          <a:p>
            <a:pPr algn="l" marL="756833" indent="-378416" lvl="1">
              <a:lnSpc>
                <a:spcPts val="3400"/>
              </a:lnSpc>
              <a:buFont typeface="Arial"/>
              <a:buChar char="•"/>
            </a:pPr>
            <a:r>
              <a:rPr lang="en-US" sz="3505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clore une assemblée générale</a:t>
            </a:r>
          </a:p>
          <a:p>
            <a:pPr algn="l" marL="756833" indent="-378416" lvl="1">
              <a:lnSpc>
                <a:spcPts val="3400"/>
              </a:lnSpc>
              <a:buFont typeface="Arial"/>
              <a:buChar char="•"/>
            </a:pPr>
            <a:r>
              <a:rPr lang="en-US" sz="3505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lister les copropriétaires</a:t>
            </a:r>
          </a:p>
          <a:p>
            <a:pPr algn="l" marL="756833" indent="-378416" lvl="1">
              <a:lnSpc>
                <a:spcPts val="3400"/>
              </a:lnSpc>
              <a:buFont typeface="Arial"/>
              <a:buChar char="•"/>
            </a:pPr>
            <a:r>
              <a:rPr lang="en-US" sz="3505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ajouter la présence d’un copropriétaire ou de son mandataire</a:t>
            </a:r>
          </a:p>
          <a:p>
            <a:pPr algn="l" marL="756833" indent="-378416" lvl="1">
              <a:lnSpc>
                <a:spcPts val="3400"/>
              </a:lnSpc>
              <a:buFont typeface="Arial"/>
              <a:buChar char="•"/>
            </a:pPr>
            <a:r>
              <a:rPr lang="en-US" sz="3505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lister les copropriétaires présents</a:t>
            </a:r>
          </a:p>
          <a:p>
            <a:pPr algn="l" marL="756833" indent="-378416" lvl="1">
              <a:lnSpc>
                <a:spcPts val="3400"/>
              </a:lnSpc>
              <a:buFont typeface="Arial"/>
              <a:buChar char="•"/>
            </a:pPr>
            <a:r>
              <a:rPr lang="en-US" sz="3505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ajouter une question à discuter/ à voter</a:t>
            </a:r>
          </a:p>
          <a:p>
            <a:pPr algn="l" marL="756833" indent="-378416" lvl="1">
              <a:lnSpc>
                <a:spcPts val="3400"/>
              </a:lnSpc>
              <a:buFont typeface="Arial"/>
              <a:buChar char="•"/>
            </a:pPr>
            <a:r>
              <a:rPr lang="en-US" sz="3505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lister les questions à l’ordre du jour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7220591"/>
            <a:ext cx="2037709" cy="2037709"/>
          </a:xfrm>
          <a:custGeom>
            <a:avLst/>
            <a:gdLst/>
            <a:ahLst/>
            <a:cxnLst/>
            <a:rect r="r" b="b" t="t" l="l"/>
            <a:pathLst>
              <a:path h="2037709" w="2037709">
                <a:moveTo>
                  <a:pt x="0" y="0"/>
                </a:moveTo>
                <a:lnTo>
                  <a:pt x="2037709" y="0"/>
                </a:lnTo>
                <a:lnTo>
                  <a:pt x="2037709" y="2037709"/>
                </a:lnTo>
                <a:lnTo>
                  <a:pt x="0" y="20377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143500"/>
            <a:ext cx="2493481" cy="1246741"/>
          </a:xfrm>
          <a:custGeom>
            <a:avLst/>
            <a:gdLst/>
            <a:ahLst/>
            <a:cxnLst/>
            <a:rect r="r" b="b" t="t" l="l"/>
            <a:pathLst>
              <a:path h="1246741" w="2493481">
                <a:moveTo>
                  <a:pt x="0" y="0"/>
                </a:moveTo>
                <a:lnTo>
                  <a:pt x="2493481" y="0"/>
                </a:lnTo>
                <a:lnTo>
                  <a:pt x="2493481" y="1246741"/>
                </a:lnTo>
                <a:lnTo>
                  <a:pt x="0" y="12467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569912"/>
            <a:ext cx="2493481" cy="1181287"/>
          </a:xfrm>
          <a:custGeom>
            <a:avLst/>
            <a:gdLst/>
            <a:ahLst/>
            <a:cxnLst/>
            <a:rect r="r" b="b" t="t" l="l"/>
            <a:pathLst>
              <a:path h="1181287" w="2493481">
                <a:moveTo>
                  <a:pt x="0" y="0"/>
                </a:moveTo>
                <a:lnTo>
                  <a:pt x="2493481" y="0"/>
                </a:lnTo>
                <a:lnTo>
                  <a:pt x="2493481" y="1181287"/>
                </a:lnTo>
                <a:lnTo>
                  <a:pt x="0" y="1181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10362" y="2551462"/>
            <a:ext cx="3383067" cy="1902975"/>
          </a:xfrm>
          <a:custGeom>
            <a:avLst/>
            <a:gdLst/>
            <a:ahLst/>
            <a:cxnLst/>
            <a:rect r="r" b="b" t="t" l="l"/>
            <a:pathLst>
              <a:path h="1902975" w="3383067">
                <a:moveTo>
                  <a:pt x="0" y="0"/>
                </a:moveTo>
                <a:lnTo>
                  <a:pt x="3383067" y="0"/>
                </a:lnTo>
                <a:lnTo>
                  <a:pt x="3383067" y="1902975"/>
                </a:lnTo>
                <a:lnTo>
                  <a:pt x="0" y="1902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682" y="2628426"/>
            <a:ext cx="1749046" cy="1749046"/>
          </a:xfrm>
          <a:custGeom>
            <a:avLst/>
            <a:gdLst/>
            <a:ahLst/>
            <a:cxnLst/>
            <a:rect r="r" b="b" t="t" l="l"/>
            <a:pathLst>
              <a:path h="1749046" w="1749046">
                <a:moveTo>
                  <a:pt x="0" y="0"/>
                </a:moveTo>
                <a:lnTo>
                  <a:pt x="1749046" y="0"/>
                </a:lnTo>
                <a:lnTo>
                  <a:pt x="1749046" y="1749047"/>
                </a:lnTo>
                <a:lnTo>
                  <a:pt x="0" y="17490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4682" y="6390241"/>
            <a:ext cx="2205745" cy="1191103"/>
          </a:xfrm>
          <a:custGeom>
            <a:avLst/>
            <a:gdLst/>
            <a:ahLst/>
            <a:cxnLst/>
            <a:rect r="r" b="b" t="t" l="l"/>
            <a:pathLst>
              <a:path h="1191103" w="2205745">
                <a:moveTo>
                  <a:pt x="0" y="0"/>
                </a:moveTo>
                <a:lnTo>
                  <a:pt x="2205745" y="0"/>
                </a:lnTo>
                <a:lnTo>
                  <a:pt x="2205745" y="1191102"/>
                </a:lnTo>
                <a:lnTo>
                  <a:pt x="0" y="11911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55085" y="5501440"/>
            <a:ext cx="2293620" cy="2543420"/>
          </a:xfrm>
          <a:custGeom>
            <a:avLst/>
            <a:gdLst/>
            <a:ahLst/>
            <a:cxnLst/>
            <a:rect r="r" b="b" t="t" l="l"/>
            <a:pathLst>
              <a:path h="2543420" w="2293620">
                <a:moveTo>
                  <a:pt x="0" y="0"/>
                </a:moveTo>
                <a:lnTo>
                  <a:pt x="2293620" y="0"/>
                </a:lnTo>
                <a:lnTo>
                  <a:pt x="2293620" y="2543421"/>
                </a:lnTo>
                <a:lnTo>
                  <a:pt x="0" y="25434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85850"/>
            <a:ext cx="9345396" cy="69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sz="5005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98728" y="8287071"/>
            <a:ext cx="3848170" cy="48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Collaboration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98728" y="5549065"/>
            <a:ext cx="4294954" cy="48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MCD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98728" y="3208180"/>
            <a:ext cx="4294954" cy="48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5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BD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156626" y="2630794"/>
            <a:ext cx="11103675" cy="662750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181100" y="1238250"/>
            <a:ext cx="9345396" cy="69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5"/>
              </a:lnSpc>
            </a:pPr>
            <a:r>
              <a:rPr lang="en-US" b="true" sz="5005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Démonstration du site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3400598"/>
            <a:ext cx="11923966" cy="2888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Merci pour votre attention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652409" y="6483944"/>
            <a:ext cx="6983181" cy="669188"/>
            <a:chOff x="0" y="0"/>
            <a:chExt cx="1839192" cy="1762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9192" cy="176247"/>
            </a:xfrm>
            <a:custGeom>
              <a:avLst/>
              <a:gdLst/>
              <a:ahLst/>
              <a:cxnLst/>
              <a:rect r="r" b="b" t="t" l="l"/>
              <a:pathLst>
                <a:path h="176247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DAGoqpDTUNY</dc:identifier>
  <dcterms:modified xsi:type="dcterms:W3CDTF">2011-08-01T06:04:30Z</dcterms:modified>
  <cp:revision>1</cp:revision>
  <dc:title>Achok samedi et tahiana rakotonindrina</dc:title>
</cp:coreProperties>
</file>